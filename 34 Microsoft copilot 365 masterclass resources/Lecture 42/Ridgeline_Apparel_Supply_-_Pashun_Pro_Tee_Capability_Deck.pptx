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Ridgeline Apparel Supply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Pashun Pro Tee — Capability &amp; Pricing Deck | Prepared for Pashun Sports Ltd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Company overview and facility</a:t>
            </a:r>
          </a:p>
          <a:p>
            <a:pPr/>
            <a:r>
              <a:t>Fabric capability and specifications</a:t>
            </a:r>
          </a:p>
          <a:p>
            <a:pPr/>
            <a:r>
              <a:t>Manufacturing capacity and lead times</a:t>
            </a:r>
          </a:p>
          <a:p>
            <a:pPr/>
            <a:r>
              <a:t>Quality assurance and testing</a:t>
            </a:r>
          </a:p>
          <a:p>
            <a:pPr/>
            <a:r>
              <a:t>Pricing and minimum order quantities</a:t>
            </a:r>
          </a:p>
          <a:p>
            <a:pPr/>
            <a:r>
              <a:t>Delivery and logistics</a:t>
            </a:r>
          </a:p>
          <a:p>
            <a:pPr/>
            <a:r>
              <a:t>Commercial terms</a:t>
            </a:r>
          </a:p>
          <a:p>
            <a:pPr/>
            <a:r>
              <a:t>Why Ridgeline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Ridgeline Apparel Supply — performance fabric manufacturer, Georgia, USA</a:t>
            </a:r>
          </a:p>
          <a:p>
            <a:pPr/>
            <a:r>
              <a:t>In operation since 2011, specialising in performance-blend knit fabrics</a:t>
            </a:r>
          </a:p>
          <a:p>
            <a:pPr/>
            <a:r>
              <a:t>Existing supplier of record for the Pashun Pro Tee US range</a:t>
            </a:r>
          </a:p>
          <a:p>
            <a:pPr/>
            <a:r>
              <a:t>Single-site facility with in-house knitting, dyeing and finishing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Georgia, USA facility — knitting, dyeing, finishing and QA under one roof</a:t>
            </a:r>
          </a:p>
          <a:p>
            <a:pPr/>
            <a:r>
              <a:t>Annual capacity: approximately 4.2 million metres of finished fabric</a:t>
            </a:r>
          </a:p>
          <a:p>
            <a:pPr/>
            <a:r>
              <a:t>ISO 9001 certified quality management system</a:t>
            </a:r>
          </a:p>
          <a:p>
            <a:pPr/>
            <a:r>
              <a:t>On-site test lab for tensile, pilling and colourfastness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Fabric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Performance-blend knit — polyester/cotton blend engineered for athletic wear</a:t>
            </a:r>
          </a:p>
          <a:p>
            <a:pPr/>
            <a:r>
              <a:t>Moisture-wicking finish applied at the dyeing stage</a:t>
            </a:r>
          </a:p>
          <a:p>
            <a:pPr/>
            <a:r>
              <a:t>Four-way stretch construction for garment comfort and fit retention</a:t>
            </a:r>
          </a:p>
          <a:p>
            <a:pPr/>
            <a:r>
              <a:t>Current Pro Tee fabric supplied at $4.10/metre, 0.35m per unit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 Composition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121158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r>
                        <a:t>Face yarn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Polyester (recycled)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65%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r>
                        <a:t>Base yarn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30%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r>
                        <a:t>Stretch yarn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Elastane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 &amp;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Fabric weight: 180 gsm (grams per square metre)</a:t>
            </a:r>
          </a:p>
          <a:p>
            <a:pPr/>
            <a:r>
              <a:t>Knit construction: single jersey, 28 gauge</a:t>
            </a:r>
          </a:p>
          <a:p>
            <a:pPr/>
            <a:r>
              <a:t>Finished width: 165cm, usable width 160cm after edge trim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Colourways Available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Navy and Charcoal — current Pashun Pro Tee colourways, in stock dye lots</a:t>
            </a:r>
          </a:p>
          <a:p>
            <a:pPr/>
            <a:r>
              <a:t>Additional colourways available to order: Forest Green, Slate Grey, Burgundy</a:t>
            </a:r>
          </a:p>
          <a:p>
            <a:pPr/>
            <a:r>
              <a:t>Standard dye-lot tolerance: Delta E ≤ 1.0 against approved lab dip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Test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Tensile strength: ASTM D5034 (grab test)</a:t>
            </a:r>
          </a:p>
          <a:p>
            <a:pPr/>
            <a:r>
              <a:t>Pilling resistance: ASTM D3512, rated 4+ after 3 hours</a:t>
            </a:r>
          </a:p>
          <a:p>
            <a:pPr/>
            <a:r>
              <a:t>Colourfastness to washing: AATCC 61, rated 4+ minimum</a:t>
            </a:r>
          </a:p>
          <a:p>
            <a:pPr/>
            <a:r>
              <a:t>Moisture wicking: AATCC 195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Wash-Cycle 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Fabric tested to 50 domestic wash cycles with no significant shrinkage</a:t>
            </a:r>
          </a:p>
          <a:p>
            <a:pPr/>
            <a:r>
              <a:t>Shrinkage tolerance: ±3% length and width after 5 washes</a:t>
            </a:r>
          </a:p>
          <a:p>
            <a:pPr/>
            <a:r>
              <a:t>Seam integrity verified after 30 wash cycles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Current utilisation: approximately 70% of annual capacity</a:t>
            </a:r>
          </a:p>
          <a:p>
            <a:pPr/>
            <a:r>
              <a:t>Available capacity for new orders: up to 1.8 million metres/year</a:t>
            </a:r>
          </a:p>
          <a:p>
            <a:pPr/>
            <a:r>
              <a:t>Standard production lead time: 3 weeks from confirmed purchase order</a:t>
            </a:r>
          </a:p>
          <a:p>
            <a:pPr/>
            <a:r>
              <a:t>Rush production available at a premium, subject to capacity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Lead Times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969264">
                <a:tc>
                  <a:txBody>
                    <a:bodyPr/>
                    <a:lstStyle/>
                    <a:p>
                      <a:r>
                        <a:t>Order size (units)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r>
                        <a:t>Up to 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Standard Pro Tee run size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r>
                        <a:t>2,501 – 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Requires advance yarn booking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r>
                        <a:t>6,001 – 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Subject to dye-lot scheduling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r>
                        <a:t>12,001+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8–10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Requires capacity reservation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Base performance-blend fabric: $4.10/metre at 2,000-unit order quantity</a:t>
            </a:r>
          </a:p>
          <a:p>
            <a:pPr/>
            <a:r>
              <a:t>Volume pricing available at higher order quantities (see next slide)</a:t>
            </a:r>
          </a:p>
          <a:p>
            <a:pPr/>
            <a:r>
              <a:t>Prices quoted in USD, FOB Georgia facility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Volume Pricing (per metre, USD)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969264">
                <a:tc>
                  <a:txBody>
                    <a:bodyPr/>
                    <a:lstStyle/>
                    <a:p>
                      <a:r>
                        <a:t>MOQ (units)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Price/metre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Effective unit fabric cost*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$1.44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$1.38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r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$1.33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r>
                        <a:t>22,000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Minimum Order Quantities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Standard MOQ: 2,000 units per colourway per order</a:t>
            </a:r>
          </a:p>
          <a:p>
            <a:pPr/>
            <a:r>
              <a:t>New colourways (outside Navy/Charcoal): 3,000-unit MOQ for first run</a:t>
            </a:r>
          </a:p>
          <a:p>
            <a:pPr/>
            <a:r>
              <a:t>Reorders against an approved dye lot: no minimum beyond standard MOQ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Indicative Margin Analysis (pasted from Finance model)</a:t>
            </a:r>
          </a:p>
        </p:txBody>
      </p:sp>
      <p:pic>
        <p:nvPicPr>
          <p:cNvPr id="3" name="Picture 2" descr="margin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/>
              <a:t>(Figures above are embedded as a picture, not as text or a native table)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&amp;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Standard shipping: FOB Georgia facility, freight arranged by Pashun Sports (Harbor Freight Logistics)</a:t>
            </a:r>
          </a:p>
          <a:p>
            <a:pPr/>
            <a:r>
              <a:t>Delivery to Pashun's US distribution point: 3–5 business days after dispatch</a:t>
            </a:r>
          </a:p>
          <a:p>
            <a:pPr/>
            <a:r>
              <a:t>Consolidated shipping available for orders across multiple colourways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Indicative Delivery Dates (from PO confirmation)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1211580">
                <a:tc>
                  <a:txBody>
                    <a:bodyPr/>
                    <a:lstStyle/>
                    <a:p>
                      <a:r>
                        <a:t>Order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r>
                        <a:t>2,500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4–5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~3.7 weeks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r>
                        <a:t>6,000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4–5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~4.7 weeks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r>
                        <a:t>22,000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8–10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5–7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~9–11 weeks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Assurance &amp;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100% fabric roll inspection prior to cutting</a:t>
            </a:r>
          </a:p>
          <a:p>
            <a:pPr/>
            <a:r>
              <a:t>AQL 2.5 sampling on finished garment inspection (if cut-and-sew is in scope)</a:t>
            </a:r>
          </a:p>
          <a:p>
            <a:pPr/>
            <a:r>
              <a:t>Dedicated QA contact assigned per account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Payment terms: Net 30 from invoice date, standard for existing accounts</a:t>
            </a:r>
          </a:p>
          <a:p>
            <a:pPr/>
            <a:r>
              <a:t>Pricing held for 90 days from quote date</a:t>
            </a:r>
          </a:p>
          <a:p>
            <a:pPr/>
            <a:r>
              <a:t>Currency: USD throughout — no currency exposure for US-based buyers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Ridgeline Apparel Supply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Existing, proven relationship with Pashun Sports on the Pro Tee range</a:t>
            </a:r>
          </a:p>
          <a:p>
            <a:pPr/>
            <a:r>
              <a:t>US-based manufacturing — no import duty or currency exposure</a:t>
            </a:r>
          </a:p>
          <a:p>
            <a:pPr/>
            <a:r>
              <a:t>Consistent 3-week lead time on standard orders</a:t>
            </a:r>
          </a:p>
          <a:p>
            <a:pPr/>
            <a:r>
              <a:t>In-house testing removes reliance on third-party labs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Dana Whitfield | Ridgeline Apparel Supply | Georgia, USA | Account contact for Pashun Sports Ltd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