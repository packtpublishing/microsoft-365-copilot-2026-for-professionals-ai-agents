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Units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2500</c:v>
                </c:pt>
                <c:pt idx="1">
                  <c:v>4000</c:v>
                </c:pt>
                <c:pt idx="2">
                  <c:v>6500</c:v>
                </c:pt>
                <c:pt idx="3">
                  <c:v>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PASHUN SPORTS T-SHIRTS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Pashun Pro Tee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launch plan — product, supply and forecast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briefing — Paul Ashun, Founder &amp; Director — Pashun Sports T-Shirts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F96167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0" y="5029200"/>
            <a:ext cx="2743200" cy="2743200"/>
          </a:xfrm>
          <a:prstGeom prst="ellipse">
            <a:avLst/>
          </a:prstGeom>
          <a:solidFill>
            <a:srgbClr val="F9E795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25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325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blend, Ridgeline Apparel Supply (Georgia, USA)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Colourways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40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&amp; Charcoal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154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 – XXL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price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069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$9.00 / unit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retail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983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 / unit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12480" y="365760"/>
            <a:ext cx="3566160" cy="5669280"/>
          </a:xfrm>
          <a:prstGeom prst="roundRect">
            <a:avLst>
              <a:gd name="adj" fmla="val 307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594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105156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fabric supplier with a reliable 3-week lead time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US-based supplier (Ridgeline) — no currency exposure on fabric cost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healthy margin at $19.99 RRP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US Forecast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unit forecast, from the US Sales and Stock Forecast workbook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463040"/>
            <a:ext cx="4572000" cy="1920240"/>
          </a:xfrm>
          <a:prstGeom prst="roundRect">
            <a:avLst>
              <a:gd name="adj" fmla="val 5714"/>
            </a:avLst>
          </a:prstGeom>
          <a:solidFill>
            <a:srgbClr val="2F3C7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0664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22,000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514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forecast units, FY2026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06640" y="3566160"/>
            <a:ext cx="4572000" cy="1920240"/>
          </a:xfrm>
          <a:prstGeom prst="roundRect">
            <a:avLst>
              <a:gd name="adj" fmla="val 5714"/>
            </a:avLst>
          </a:prstGeom>
          <a:solidFill>
            <a:srgbClr val="F9616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06640" y="37033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$198,000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4617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forecast revenue, FY2026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Terms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3A4A9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supplier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37160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Ridgeline Apparel Supply (Georgia, USA)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3A4A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price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2402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$4.10/metre, quoted at 2,000 units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3A4A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089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wholesale order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310896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units (1,250 Navy / 1,250 Charcoal)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3A4A9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97764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PSP-INV-1042 — $22,500.00, Net 30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3A4A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46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8463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from confirmed PO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order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Ridgeline order confirmed via Jamie Jordan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7830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15468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&amp; sew run scheduled, 3-week lead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7830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15468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PSP-INV-1042 raised by Morgan Reyes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15400" y="1463040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17830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monthly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315468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sell-through in the Monthly US Sales Review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2026-09-18T13:39:56Z</dcterms:created>
  <dcterms:modified xsi:type="dcterms:W3CDTF">2026-09-18T13:39:56Z</dcterms:modified>
</cp:coreProperties>
</file>